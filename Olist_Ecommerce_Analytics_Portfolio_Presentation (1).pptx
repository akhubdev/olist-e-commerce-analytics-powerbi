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OLIST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6035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E-COMMERCE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E1EB"/>
                </a:solidFill>
                <a:latin typeface="Aptos"/>
              </a:rPr>
              <a:t>Interactive Power BI Dashboard &amp; Business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96896"/>
            <a:ext cx="211845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DB49E"/>
                </a:solidFill>
                <a:latin typeface="Aptos"/>
              </a:rPr>
              <a:t>DATA ANALYST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3952" y="1234440"/>
            <a:ext cx="5166360" cy="4399444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pt_dash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56816"/>
            <a:ext cx="5166360" cy="3146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989320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FC3D2"/>
                </a:solidFill>
                <a:latin typeface="Aptos"/>
              </a:rPr>
              <a:t>Power BI  •  Power Query  •  DAX  •  Data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From raw Brazilian e-commerce data to an interactive BI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623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232D"/>
                </a:solidFill>
                <a:latin typeface="Aptos"/>
              </a:defRPr>
            </a:pPr>
            <a:r>
              <a:t>• Analyzed Olist e-commerce data covering orders, customers, products, sellers, payments, reviews and locations.</a:t>
            </a:r>
          </a:p>
          <a:p>
            <a:pPr>
              <a:spcAft>
                <a:spcPts val="700"/>
              </a:spcAft>
              <a:defRPr sz="1350">
                <a:solidFill>
                  <a:srgbClr val="19232D"/>
                </a:solidFill>
                <a:latin typeface="Aptos"/>
              </a:defRPr>
            </a:pPr>
            <a:r>
              <a:t>• Built seven Power BI pages: Overview, Sales, Customers, Products, Payments, Geolocation and Reviews.</a:t>
            </a:r>
          </a:p>
          <a:p>
            <a:pPr>
              <a:spcAft>
                <a:spcPts val="700"/>
              </a:spcAft>
              <a:defRPr sz="1350">
                <a:solidFill>
                  <a:srgbClr val="19232D"/>
                </a:solidFill>
                <a:latin typeface="Aptos"/>
              </a:defRPr>
            </a:pPr>
            <a:r>
              <a:t>• Prepared data with Power Query and created reusable DAX measures for KPIs, growth and customer metrics.</a:t>
            </a:r>
          </a:p>
          <a:p>
            <a:pPr>
              <a:spcAft>
                <a:spcPts val="700"/>
              </a:spcAft>
              <a:defRPr sz="1350">
                <a:solidFill>
                  <a:srgbClr val="19232D"/>
                </a:solidFill>
                <a:latin typeface="Aptos"/>
              </a:defRPr>
            </a:pPr>
            <a:r>
              <a:t>• Designed the report for interactive exploration through slicers, maps, matrices and page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41732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29400" y="1417320"/>
            <a:ext cx="54864" cy="1325880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1545336"/>
            <a:ext cx="1965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99K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02996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Total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41732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89720" y="1417320"/>
            <a:ext cx="54864" cy="1325880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72600" y="1545336"/>
            <a:ext cx="1965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16.01M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02996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Total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9718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29400" y="2971800"/>
            <a:ext cx="54864" cy="1325880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099816"/>
            <a:ext cx="1965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96K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8444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Unique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971800"/>
            <a:ext cx="2286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2971800"/>
            <a:ext cx="54864" cy="1325880"/>
          </a:xfrm>
          <a:prstGeom prst="rect">
            <a:avLst/>
          </a:prstGeom>
          <a:solidFill>
            <a:srgbClr val="7E5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3099816"/>
            <a:ext cx="1965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4.09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8444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Avg. Review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091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B49"/>
                </a:solidFill>
                <a:latin typeface="Aptos"/>
              </a:rPr>
              <a:t>Primary analysis 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74920"/>
            <a:ext cx="4709160" cy="155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Sales &amp; revenue trends</a:t>
            </a:r>
          </a:p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Customer behavior</a:t>
            </a:r>
          </a:p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Product/category performance</a:t>
            </a:r>
          </a:p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Payments &amp; installments</a:t>
            </a:r>
          </a:p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Geographic distribution</a:t>
            </a:r>
          </a:p>
          <a:p>
            <a:pPr>
              <a:spcAft>
                <a:spcPts val="700"/>
              </a:spcAft>
              <a:defRPr sz="1100">
                <a:solidFill>
                  <a:srgbClr val="19232D"/>
                </a:solidFill>
                <a:latin typeface="Aptos"/>
              </a:defRPr>
            </a:pPr>
            <a:r>
              <a:rPr dirty="0"/>
              <a:t>• Customer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Dataset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Business entities represented across the Olist analytical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841248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62456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234440"/>
            <a:ext cx="54864" cy="841248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362456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4708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54864" cy="841248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362456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4708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Order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13432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313432"/>
            <a:ext cx="54864" cy="841248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441448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260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313432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2313432"/>
            <a:ext cx="54864" cy="841248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2441448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9260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Reviews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313432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20" y="2313432"/>
            <a:ext cx="54864" cy="841248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2441448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9260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392424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392424"/>
            <a:ext cx="54864" cy="841248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520440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005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Sellers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3392424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60" y="3392424"/>
            <a:ext cx="54864" cy="841248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3520440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005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Geolocation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392424"/>
            <a:ext cx="34290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20" y="3392424"/>
            <a:ext cx="54864" cy="841248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3520440"/>
            <a:ext cx="31089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C2B49"/>
                </a:solidFill>
                <a:latin typeface="Aptos"/>
              </a:rPr>
              <a:t>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0050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Category Translation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365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C2B49"/>
                </a:solidFill>
                <a:latin typeface="Aptos"/>
              </a:rPr>
              <a:t>Modeling 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102352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DateTable connected to order dates for time-based analysis and YoY calculations.</a:t>
            </a:r>
          </a:p>
          <a:p>
            <a:pPr>
              <a:spcAft>
                <a:spcPts val="7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Order Items connects sales activity with Orders, Products and Sellers.</a:t>
            </a:r>
          </a:p>
          <a:p>
            <a:pPr>
              <a:spcAft>
                <a:spcPts val="7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Payments and Reviews connect back to Orders for transaction and feedback analysis.</a:t>
            </a:r>
          </a:p>
          <a:p>
            <a:pPr>
              <a:spcAft>
                <a:spcPts val="700"/>
              </a:spcAft>
              <a:defRPr sz="1200">
                <a:solidFill>
                  <a:srgbClr val="19232D"/>
                </a:solidFill>
                <a:latin typeface="Aptos"/>
              </a:defRPr>
            </a:pPr>
            <a:r>
              <a:t>• Geolocation was aggregated at ZIP-prefix level for geographic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Overview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Executive view of orders, revenue, customers, delivery and high-level trends.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44" y="1170432"/>
            <a:ext cx="915775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Sales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Revenue, order trends, category/state performance, payment mix and YoY growth.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441" y="1170432"/>
            <a:ext cx="906235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Customer growth, new vs repeat customers, state/city distribution and top customers.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22" y="1170432"/>
            <a:ext cx="910299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Products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Product sales, category performance, price distribution and freight-cost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88" y="1170432"/>
            <a:ext cx="907586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Payments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Payment value, methods, installments and transaction-level payment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88" y="1170432"/>
            <a:ext cx="907586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Geolocation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Customer and seller distribution across states, cities and geographic locations.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22" y="1170432"/>
            <a:ext cx="910299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Reviews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Review distribution, score trends, category performance, state activity and recent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11201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dash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15" y="1170432"/>
            <a:ext cx="908940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B49"/>
                </a:solidFill>
                <a:latin typeface="Aptos"/>
              </a:rPr>
              <a:t>Key Dashboard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Values and observations visible in the completed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54864" cy="1170432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92807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Customer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82495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9232D"/>
                </a:solidFill>
                <a:latin typeface="Aptos"/>
              </a:rPr>
              <a:t>96K unique customers; repeat customers are shown at 3.12%.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" cy="1170432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92807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82495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9232D"/>
                </a:solidFill>
                <a:latin typeface="Aptos"/>
              </a:rPr>
              <a:t>97.02% delivered-order rate; Sales page shows 94.96% on-time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788920"/>
            <a:ext cx="54864" cy="1170432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9125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9232D"/>
                </a:solidFill>
                <a:latin typeface="Aptos"/>
              </a:rPr>
              <a:t>beleza_saude is the top product category by product sales on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78892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788920"/>
            <a:ext cx="54864" cy="1170432"/>
          </a:xfrm>
          <a:prstGeom prst="rect">
            <a:avLst/>
          </a:prstGeom>
          <a:solidFill>
            <a:srgbClr val="7E5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40156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9125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9232D"/>
                </a:solidFill>
                <a:latin typeface="Aptos"/>
              </a:rPr>
              <a:t>credit_card is the dominant payment method by value; 78.34% is shown.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79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297679"/>
            <a:ext cx="54864" cy="1170432"/>
          </a:xfrm>
          <a:prstGeom prst="rect">
            <a:avLst/>
          </a:prstGeom>
          <a:solidFill>
            <a:srgbClr val="F2A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910327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0001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19232D"/>
                </a:solidFill>
                <a:latin typeface="Aptos"/>
              </a:rPr>
              <a:t>Average review score is 4.09 and positive reviews are shown at 77.14%.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97679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4297679"/>
            <a:ext cx="54864" cy="1170432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910327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Geography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37093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 dirty="0">
                <a:solidFill>
                  <a:srgbClr val="19232D"/>
                </a:solidFill>
                <a:latin typeface="Aptos"/>
              </a:rPr>
              <a:t>São Paulo leads the customer/city visuals and SP leads state-level 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C2B49"/>
                </a:solidFill>
                <a:latin typeface="Aptos"/>
              </a:rPr>
              <a:t>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04672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74"/>
                </a:solidFill>
                <a:latin typeface="Aptos"/>
              </a:rPr>
              <a:t>What this project demonstrates for a Data Analyst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1170432"/>
          </a:xfrm>
          <a:prstGeom prst="rect">
            <a:avLst/>
          </a:prstGeom>
          <a:solidFill>
            <a:srgbClr val="237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421892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dirty="0">
                <a:solidFill>
                  <a:srgbClr val="19232D"/>
                </a:solidFill>
                <a:latin typeface="Aptos"/>
              </a:rPr>
              <a:t>Dashboard design, slicers, maps, matrices, navigation and interactive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4864" cy="1170432"/>
          </a:xfrm>
          <a:prstGeom prst="rect">
            <a:avLst/>
          </a:prstGeom>
          <a:solidFill>
            <a:srgbClr val="2DB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4708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Power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3677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9232D"/>
                </a:solidFill>
                <a:latin typeface="Aptos"/>
              </a:rPr>
              <a:t>Data profiling, cleaning, transformations and preparation.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281" y="26517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651760"/>
            <a:ext cx="54864" cy="1170432"/>
          </a:xfrm>
          <a:prstGeom prst="rect">
            <a:avLst/>
          </a:prstGeom>
          <a:solidFill>
            <a:srgbClr val="7E5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6440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DAX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5409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9232D"/>
                </a:solidFill>
                <a:latin typeface="Aptos"/>
              </a:rPr>
              <a:t>KPI measures, time intelligence, growth calculations and business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51760"/>
            <a:ext cx="516636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2651760"/>
            <a:ext cx="54864" cy="1170432"/>
          </a:xfrm>
          <a:prstGeom prst="rect">
            <a:avLst/>
          </a:prstGeom>
          <a:solidFill>
            <a:srgbClr val="49B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264408"/>
            <a:ext cx="4846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874"/>
                </a:solidFill>
                <a:latin typeface="Aptos"/>
              </a:rPr>
              <a:t>Data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54096"/>
            <a:ext cx="4709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9232D"/>
                </a:solidFill>
                <a:latin typeface="Aptos"/>
              </a:rPr>
              <a:t>Relationships, DateTable, filter propagation and analytical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511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Das</cp:lastModifiedBy>
  <cp:revision>2</cp:revision>
  <dcterms:created xsi:type="dcterms:W3CDTF">2013-01-27T09:14:16Z</dcterms:created>
  <dcterms:modified xsi:type="dcterms:W3CDTF">2026-09-25T15:11:40Z</dcterms:modified>
  <cp:category/>
</cp:coreProperties>
</file>